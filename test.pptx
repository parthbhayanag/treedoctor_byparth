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solidFill>
            <a:srgbClr val="162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097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 Header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2026-09-20T08:43:32Z</dcterms:created>
  <dcterms:modified xsi:type="dcterms:W3CDTF">2026-09-20T08:43:32Z</dcterms:modified>
</cp:coreProperties>
</file>